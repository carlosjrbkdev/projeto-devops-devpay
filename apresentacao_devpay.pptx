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Avaliação Parcial — DevOps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Uso do GitHub para DevOps no Estudo de Caso 'DevPay'</a:t>
            </a:r>
          </a:p>
          <a:p>
            <a:r>
              <a:t>(Nomes dos Integrantes)</a:t>
            </a:r>
          </a:p>
          <a:p>
            <a:r>
              <a:t>(Data)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 – O Cenário DevPay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Problemas Identificados:</a:t>
            </a:r>
          </a:p>
          <a:p>
            <a:pPr lvl="1"/>
            <a:r>
              <a:t>Branches Longas: Desenvolvedores trabalhando isolados por semanas.</a:t>
            </a:r>
          </a:p>
          <a:p>
            <a:pPr lvl="1"/>
            <a:r>
              <a:t>Conflitos de Merge: 'Inferno do merge' ao tentar juntar o código na homologação.</a:t>
            </a:r>
          </a:p>
          <a:p>
            <a:pPr lvl="1"/>
            <a:r>
              <a:t>Integração Tardia: Bugs só aparecem no final do ciclo, atrasando as entregas.</a:t>
            </a:r>
          </a:p>
          <a:p>
            <a:pPr lvl="1"/>
            <a:r>
              <a:t>Deploy Manual: Processo lento, suscetível a erro humano.</a:t>
            </a:r>
          </a:p>
          <a:p>
            <a:pPr/>
            <a:r>
              <a:t>Nosso Objetivo:</a:t>
            </a:r>
          </a:p>
          <a:p>
            <a:pPr lvl="1"/>
            <a:r>
              <a:t>Implementar uma cultura DevOps com GitHub Actions para reduzir riscos e entregar valor com previsibilidade.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Fundamentos Teóricos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 que mudar?</a:t>
            </a:r>
          </a:p>
          <a:p>
            <a:pPr lvl="1"/>
            <a:r>
              <a:t>Risco de Integração: Quanto mais tempo demoramos, maior o risco de conflitos.</a:t>
            </a:r>
          </a:p>
          <a:p>
            <a:pPr lvl="1"/>
            <a:r>
              <a:t>Feedback Rápido: Falhas devem ser descobertas imediatamente após o commit.</a:t>
            </a:r>
          </a:p>
          <a:p>
            <a:pPr lvl="1"/>
            <a:r>
              <a:t>Build Reprodutível: O fim do 'na minha máquina funciona'.</a:t>
            </a:r>
          </a:p>
          <a:p>
            <a:pPr lvl="1"/>
            <a:r>
              <a:t>Automação do Processo: Tirar o trabalho manual para focar na criação de valor (SRE).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Estratégia Proposta (Branching e PR)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Flow Adaptado:</a:t>
            </a:r>
          </a:p>
          <a:p>
            <a:pPr lvl="1"/>
            <a:r>
              <a:t>Apenas uma Branch de Verdade (main): Sempre reflete o que está pronto para produção.</a:t>
            </a:r>
          </a:p>
          <a:p>
            <a:pPr lvl="1"/>
            <a:r>
              <a:t>Branches Curtas (Features/Fixes): Criadas a partir da main para pequenas alterações.</a:t>
            </a:r>
          </a:p>
          <a:p>
            <a:pPr lvl="1"/>
            <a:r>
              <a:t>Pull Requests (PRs): Ponto obrigatório de integração.</a:t>
            </a:r>
          </a:p>
          <a:p>
            <a:pPr lvl="1"/>
            <a:r>
              <a:t>Critérios de Merge:</a:t>
            </a:r>
          </a:p>
          <a:p>
            <a:pPr lvl="2"/>
            <a:r>
              <a:t>1. Revisão de código (mínimo 1 aprovação).</a:t>
            </a:r>
          </a:p>
          <a:p>
            <a:pPr lvl="2"/>
            <a:r>
              <a:t>2. O pipeline de CI deve passar obrigatoriamente (testes e lint).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Justificativa da Estratégia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 que GitHub Flow?</a:t>
            </a:r>
          </a:p>
          <a:p>
            <a:pPr lvl="1"/>
            <a:r>
              <a:t>É mais simples e reduz a sobrecarga operacional comparado ao Git Flow.</a:t>
            </a:r>
          </a:p>
          <a:p>
            <a:pPr lvl="1"/>
            <a:r>
              <a:t>Força a integração contínua: equipes juntam o código várias vezes ao dia.</a:t>
            </a:r>
          </a:p>
          <a:p>
            <a:pPr lvl="1"/>
            <a:r>
              <a:t>O feedback de erros chega em minutos graças à exigência de testes nos Pull Requests, aumentando a qualidade do código.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 Prática (Ao Vivo)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Repositório: Organização do código (src/, tests/).</a:t>
            </a:r>
          </a:p>
          <a:p>
            <a:pPr/>
            <a:r>
              <a:t>O Arquivo YAML (.github/workflows/ci.yml): Engatilhado no push e pull_request da branch main.</a:t>
            </a:r>
          </a:p>
          <a:p>
            <a:pPr/>
            <a:r>
              <a:t>A Execução do Pipeline (Aba Actions):</a:t>
            </a:r>
          </a:p>
          <a:p>
            <a:pPr lvl="1"/>
            <a:r>
              <a:t>Log verde de sucesso.</a:t>
            </a:r>
          </a:p>
          <a:p>
            <a:pPr lvl="1"/>
            <a:r>
              <a:t>Etapas: Checkout -&gt; Setup Node -&gt; Install -&gt; Lint -&gt; Testes.</a:t>
            </a:r>
          </a:p>
          <a:p>
            <a:pPr lvl="1"/>
            <a:r>
              <a:t>Rapidez do processo automatizado vs o trabalho de rodar tudo manualmente.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que alcançamos?</a:t>
            </a:r>
          </a:p>
          <a:p>
            <a:pPr lvl="1"/>
            <a:r>
              <a:t>Redução de Riscos: O CI atua como uma barreira de segurança.</a:t>
            </a:r>
          </a:p>
          <a:p>
            <a:pPr lvl="1"/>
            <a:r>
              <a:t>Previsibilidade: Código testado automaticamente traz confiança.</a:t>
            </a:r>
          </a:p>
          <a:p>
            <a:pPr lvl="1"/>
            <a:r>
              <a:t>Lição Aprendida: Ferramentas de automação como o GitHub Actions transformam caos em ambiente colaborativo e seguro.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HUMBLE, J.; FARLEY, D. Continuous Delivery: Reliable Software Releases through Build, Test, and Deployment Automation.</a:t>
            </a:r>
          </a:p>
          <a:p>
            <a:pPr/>
            <a:r>
              <a:t>FORSGREN, N.; HUMBLE, J.; KIM, G. Accelerate: The Science of Lean Software and DevOps.</a:t>
            </a:r>
          </a:p>
          <a:p>
            <a:pPr/>
            <a:r>
              <a:t>MURPHY, N. R. et al. Site Reliability Engineering: How Google Runs Production Systems. O'Reilly.</a:t>
            </a:r>
          </a:p>
          <a:p>
            <a:pPr/>
            <a:r>
              <a:t>FOWLER, M. Continuous Integration (2006).</a:t>
            </a:r>
          </a:p>
          <a:p>
            <a:pPr/>
            <a:r>
              <a:t>Material da disciplina: Módulos de Versionamento, CI e Automação.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